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540ACD-362D-4A64-A1BB-6582F0F4E7F5}" v="8" dt="2025-12-02T21:45:09.8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reyes" userId="94f33fc4ddb4e063" providerId="LiveId" clId="{3599B910-2277-4D4D-AB8C-FA7A7DAC0A07}"/>
    <pc:docChg chg="undo custSel modSld">
      <pc:chgData name="samuel reyes" userId="94f33fc4ddb4e063" providerId="LiveId" clId="{3599B910-2277-4D4D-AB8C-FA7A7DAC0A07}" dt="2025-12-02T22:00:51.740" v="198" actId="255"/>
      <pc:docMkLst>
        <pc:docMk/>
      </pc:docMkLst>
      <pc:sldChg chg="addSp delSp modSp mod setBg">
        <pc:chgData name="samuel reyes" userId="94f33fc4ddb4e063" providerId="LiveId" clId="{3599B910-2277-4D4D-AB8C-FA7A7DAC0A07}" dt="2025-12-02T21:20:06.809" v="172" actId="20577"/>
        <pc:sldMkLst>
          <pc:docMk/>
          <pc:sldMk cId="0" sldId="256"/>
        </pc:sldMkLst>
        <pc:spChg chg="mod">
          <ac:chgData name="samuel reyes" userId="94f33fc4ddb4e063" providerId="LiveId" clId="{3599B910-2277-4D4D-AB8C-FA7A7DAC0A07}" dt="2025-12-02T21:20:06.809" v="172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samuel reyes" userId="94f33fc4ddb4e063" providerId="LiveId" clId="{3599B910-2277-4D4D-AB8C-FA7A7DAC0A07}" dt="2025-12-02T21:19:45.270" v="167" actId="20577"/>
          <ac:spMkLst>
            <pc:docMk/>
            <pc:sldMk cId="0" sldId="256"/>
            <ac:spMk id="3" creationId="{00000000-0000-0000-0000-000000000000}"/>
          </ac:spMkLst>
        </pc:spChg>
        <pc:spChg chg="add del">
          <ac:chgData name="samuel reyes" userId="94f33fc4ddb4e063" providerId="LiveId" clId="{3599B910-2277-4D4D-AB8C-FA7A7DAC0A07}" dt="2025-12-02T21:02:07.594" v="9" actId="26606"/>
          <ac:spMkLst>
            <pc:docMk/>
            <pc:sldMk cId="0" sldId="256"/>
            <ac:spMk id="13" creationId="{78A4CDE5-C7BC-41E1-8A4A-79E024CC09F3}"/>
          </ac:spMkLst>
        </pc:spChg>
        <pc:spChg chg="add del">
          <ac:chgData name="samuel reyes" userId="94f33fc4ddb4e063" providerId="LiveId" clId="{3599B910-2277-4D4D-AB8C-FA7A7DAC0A07}" dt="2025-12-02T21:02:25.315" v="12" actId="26606"/>
          <ac:spMkLst>
            <pc:docMk/>
            <pc:sldMk cId="0" sldId="256"/>
            <ac:spMk id="20" creationId="{E4055289-E0C6-4BD3-83C1-D3C3059323A2}"/>
          </ac:spMkLst>
        </pc:spChg>
        <pc:spChg chg="add del">
          <ac:chgData name="samuel reyes" userId="94f33fc4ddb4e063" providerId="LiveId" clId="{3599B910-2277-4D4D-AB8C-FA7A7DAC0A07}" dt="2025-12-02T21:02:25.315" v="12" actId="26606"/>
          <ac:spMkLst>
            <pc:docMk/>
            <pc:sldMk cId="0" sldId="256"/>
            <ac:spMk id="22" creationId="{3D0E302E-D9CD-4301-A67C-2F0F43791D81}"/>
          </ac:spMkLst>
        </pc:spChg>
        <pc:spChg chg="add del">
          <ac:chgData name="samuel reyes" userId="94f33fc4ddb4e063" providerId="LiveId" clId="{3599B910-2277-4D4D-AB8C-FA7A7DAC0A07}" dt="2025-12-02T21:02:25.315" v="12" actId="26606"/>
          <ac:spMkLst>
            <pc:docMk/>
            <pc:sldMk cId="0" sldId="256"/>
            <ac:spMk id="26" creationId="{35174CBE-3C8C-4936-BADC-26BFB4F07FA9}"/>
          </ac:spMkLst>
        </pc:spChg>
        <pc:spChg chg="add del">
          <ac:chgData name="samuel reyes" userId="94f33fc4ddb4e063" providerId="LiveId" clId="{3599B910-2277-4D4D-AB8C-FA7A7DAC0A07}" dt="2025-12-02T21:02:25.315" v="12" actId="26606"/>
          <ac:spMkLst>
            <pc:docMk/>
            <pc:sldMk cId="0" sldId="256"/>
            <ac:spMk id="30" creationId="{932BC668-4D51-4090-89E3-5613B832E4F8}"/>
          </ac:spMkLst>
        </pc:spChg>
        <pc:spChg chg="add del">
          <ac:chgData name="samuel reyes" userId="94f33fc4ddb4e063" providerId="LiveId" clId="{3599B910-2277-4D4D-AB8C-FA7A7DAC0A07}" dt="2025-12-02T21:02:25.288" v="11" actId="26606"/>
          <ac:spMkLst>
            <pc:docMk/>
            <pc:sldMk cId="0" sldId="256"/>
            <ac:spMk id="35" creationId="{20FFC73F-A318-4A21-8993-108C1DCDAACB}"/>
          </ac:spMkLst>
        </pc:spChg>
        <pc:spChg chg="add del">
          <ac:chgData name="samuel reyes" userId="94f33fc4ddb4e063" providerId="LiveId" clId="{3599B910-2277-4D4D-AB8C-FA7A7DAC0A07}" dt="2025-12-02T21:02:25.288" v="11" actId="26606"/>
          <ac:spMkLst>
            <pc:docMk/>
            <pc:sldMk cId="0" sldId="256"/>
            <ac:spMk id="37" creationId="{B8BCE4E4-5CBD-4940-82DF-E061DB0795F9}"/>
          </ac:spMkLst>
        </pc:spChg>
        <pc:spChg chg="add del">
          <ac:chgData name="samuel reyes" userId="94f33fc4ddb4e063" providerId="LiveId" clId="{3599B910-2277-4D4D-AB8C-FA7A7DAC0A07}" dt="2025-12-02T21:02:25.288" v="11" actId="26606"/>
          <ac:spMkLst>
            <pc:docMk/>
            <pc:sldMk cId="0" sldId="256"/>
            <ac:spMk id="41" creationId="{878CAF58-E42B-437B-8490-F8FED23C61CD}"/>
          </ac:spMkLst>
        </pc:spChg>
        <pc:spChg chg="add del">
          <ac:chgData name="samuel reyes" userId="94f33fc4ddb4e063" providerId="LiveId" clId="{3599B910-2277-4D4D-AB8C-FA7A7DAC0A07}" dt="2025-12-02T21:02:25.288" v="11" actId="26606"/>
          <ac:spMkLst>
            <pc:docMk/>
            <pc:sldMk cId="0" sldId="256"/>
            <ac:spMk id="45" creationId="{FD2B6070-6B6D-47EA-957C-1B17F9E3E30F}"/>
          </ac:spMkLst>
        </pc:spChg>
        <pc:spChg chg="add">
          <ac:chgData name="samuel reyes" userId="94f33fc4ddb4e063" providerId="LiveId" clId="{3599B910-2277-4D4D-AB8C-FA7A7DAC0A07}" dt="2025-12-02T21:02:25.315" v="12" actId="26606"/>
          <ac:spMkLst>
            <pc:docMk/>
            <pc:sldMk cId="0" sldId="256"/>
            <ac:spMk id="47" creationId="{F4979F40-3A44-4CCB-9EB7-F8318BCE576B}"/>
          </ac:spMkLst>
        </pc:spChg>
        <pc:spChg chg="add">
          <ac:chgData name="samuel reyes" userId="94f33fc4ddb4e063" providerId="LiveId" clId="{3599B910-2277-4D4D-AB8C-FA7A7DAC0A07}" dt="2025-12-02T21:02:25.315" v="12" actId="26606"/>
          <ac:spMkLst>
            <pc:docMk/>
            <pc:sldMk cId="0" sldId="256"/>
            <ac:spMk id="49" creationId="{AFD071FA-0514-4371-9568-86216A1F4658}"/>
          </ac:spMkLst>
        </pc:spChg>
        <pc:spChg chg="add">
          <ac:chgData name="samuel reyes" userId="94f33fc4ddb4e063" providerId="LiveId" clId="{3599B910-2277-4D4D-AB8C-FA7A7DAC0A07}" dt="2025-12-02T21:02:25.315" v="12" actId="26606"/>
          <ac:spMkLst>
            <pc:docMk/>
            <pc:sldMk cId="0" sldId="256"/>
            <ac:spMk id="50" creationId="{5211DDA4-E7B5-4325-A844-B7F59B084BA7}"/>
          </ac:spMkLst>
        </pc:spChg>
        <pc:grpChg chg="add">
          <ac:chgData name="samuel reyes" userId="94f33fc4ddb4e063" providerId="LiveId" clId="{3599B910-2277-4D4D-AB8C-FA7A7DAC0A07}" dt="2025-12-02T20:58:46.185" v="1" actId="26606"/>
          <ac:grpSpMkLst>
            <pc:docMk/>
            <pc:sldMk cId="0" sldId="256"/>
            <ac:grpSpMk id="9" creationId="{905A9BAA-B344-45D2-838C-73856C4B15D4}"/>
          </ac:grpSpMkLst>
        </pc:grpChg>
        <pc:picChg chg="add del mod">
          <ac:chgData name="samuel reyes" userId="94f33fc4ddb4e063" providerId="LiveId" clId="{3599B910-2277-4D4D-AB8C-FA7A7DAC0A07}" dt="2025-12-02T21:02:55.350" v="17" actId="478"/>
          <ac:picMkLst>
            <pc:docMk/>
            <pc:sldMk cId="0" sldId="256"/>
            <ac:picMk id="5" creationId="{C5F1FD9A-BEE0-92DA-234A-693B5B51DA3F}"/>
          </ac:picMkLst>
        </pc:picChg>
        <pc:picChg chg="add mod ord">
          <ac:chgData name="samuel reyes" userId="94f33fc4ddb4e063" providerId="LiveId" clId="{3599B910-2277-4D4D-AB8C-FA7A7DAC0A07}" dt="2025-12-02T21:04:47.466" v="40" actId="1076"/>
          <ac:picMkLst>
            <pc:docMk/>
            <pc:sldMk cId="0" sldId="256"/>
            <ac:picMk id="6" creationId="{ADC3410E-E01A-FD78-776B-408075117E7E}"/>
          </ac:picMkLst>
        </pc:picChg>
        <pc:picChg chg="add del">
          <ac:chgData name="samuel reyes" userId="94f33fc4ddb4e063" providerId="LiveId" clId="{3599B910-2277-4D4D-AB8C-FA7A7DAC0A07}" dt="2025-12-02T21:02:07.594" v="9" actId="26606"/>
          <ac:picMkLst>
            <pc:docMk/>
            <pc:sldMk cId="0" sldId="256"/>
            <ac:picMk id="15" creationId="{025C7952-5703-489E-8DBD-F2EFAC8EEB05}"/>
          </ac:picMkLst>
        </pc:picChg>
        <pc:picChg chg="add del">
          <ac:chgData name="samuel reyes" userId="94f33fc4ddb4e063" providerId="LiveId" clId="{3599B910-2277-4D4D-AB8C-FA7A7DAC0A07}" dt="2025-12-02T21:02:25.315" v="12" actId="26606"/>
          <ac:picMkLst>
            <pc:docMk/>
            <pc:sldMk cId="0" sldId="256"/>
            <ac:picMk id="28" creationId="{74CBD692-4D03-4764-98E3-F95783857866}"/>
          </ac:picMkLst>
        </pc:picChg>
        <pc:picChg chg="add del">
          <ac:chgData name="samuel reyes" userId="94f33fc4ddb4e063" providerId="LiveId" clId="{3599B910-2277-4D4D-AB8C-FA7A7DAC0A07}" dt="2025-12-02T21:02:25.288" v="11" actId="26606"/>
          <ac:picMkLst>
            <pc:docMk/>
            <pc:sldMk cId="0" sldId="256"/>
            <ac:picMk id="39" creationId="{67BB6D7E-7207-44B3-918C-D30673E76A7A}"/>
          </ac:picMkLst>
        </pc:picChg>
      </pc:sldChg>
      <pc:sldChg chg="addSp modSp mod setBg addAnim">
        <pc:chgData name="samuel reyes" userId="94f33fc4ddb4e063" providerId="LiveId" clId="{3599B910-2277-4D4D-AB8C-FA7A7DAC0A07}" dt="2025-12-02T21:07:43.898" v="85" actId="403"/>
        <pc:sldMkLst>
          <pc:docMk/>
          <pc:sldMk cId="0" sldId="257"/>
        </pc:sldMkLst>
        <pc:spChg chg="mod">
          <ac:chgData name="samuel reyes" userId="94f33fc4ddb4e063" providerId="LiveId" clId="{3599B910-2277-4D4D-AB8C-FA7A7DAC0A07}" dt="2025-12-02T21:06:53.459" v="73" actId="26606"/>
          <ac:spMkLst>
            <pc:docMk/>
            <pc:sldMk cId="0" sldId="257"/>
            <ac:spMk id="2" creationId="{00000000-0000-0000-0000-000000000000}"/>
          </ac:spMkLst>
        </pc:spChg>
        <pc:spChg chg="mod">
          <ac:chgData name="samuel reyes" userId="94f33fc4ddb4e063" providerId="LiveId" clId="{3599B910-2277-4D4D-AB8C-FA7A7DAC0A07}" dt="2025-12-02T21:07:43.898" v="85" actId="403"/>
          <ac:spMkLst>
            <pc:docMk/>
            <pc:sldMk cId="0" sldId="257"/>
            <ac:spMk id="3" creationId="{00000000-0000-0000-0000-000000000000}"/>
          </ac:spMkLst>
        </pc:spChg>
        <pc:spChg chg="add">
          <ac:chgData name="samuel reyes" userId="94f33fc4ddb4e063" providerId="LiveId" clId="{3599B910-2277-4D4D-AB8C-FA7A7DAC0A07}" dt="2025-12-02T21:06:53.459" v="73" actId="26606"/>
          <ac:spMkLst>
            <pc:docMk/>
            <pc:sldMk cId="0" sldId="257"/>
            <ac:spMk id="15" creationId="{A3C6F7F0-46EA-4F8E-A112-1B517C2B5A00}"/>
          </ac:spMkLst>
        </pc:spChg>
        <pc:spChg chg="add">
          <ac:chgData name="samuel reyes" userId="94f33fc4ddb4e063" providerId="LiveId" clId="{3599B910-2277-4D4D-AB8C-FA7A7DAC0A07}" dt="2025-12-02T21:06:53.459" v="73" actId="26606"/>
          <ac:spMkLst>
            <pc:docMk/>
            <pc:sldMk cId="0" sldId="257"/>
            <ac:spMk id="17" creationId="{1691A3CC-CDA1-4C3B-9150-FCFB5373D82B}"/>
          </ac:spMkLst>
        </pc:spChg>
        <pc:spChg chg="add">
          <ac:chgData name="samuel reyes" userId="94f33fc4ddb4e063" providerId="LiveId" clId="{3599B910-2277-4D4D-AB8C-FA7A7DAC0A07}" dt="2025-12-02T21:06:53.459" v="73" actId="26606"/>
          <ac:spMkLst>
            <pc:docMk/>
            <pc:sldMk cId="0" sldId="257"/>
            <ac:spMk id="19" creationId="{41704883-D088-4683-A1FD-AEE53B336130}"/>
          </ac:spMkLst>
        </pc:spChg>
        <pc:spChg chg="add">
          <ac:chgData name="samuel reyes" userId="94f33fc4ddb4e063" providerId="LiveId" clId="{3599B910-2277-4D4D-AB8C-FA7A7DAC0A07}" dt="2025-12-02T21:06:53.459" v="73" actId="26606"/>
          <ac:spMkLst>
            <pc:docMk/>
            <pc:sldMk cId="0" sldId="257"/>
            <ac:spMk id="21" creationId="{A9C04EC1-26B9-40BD-84A6-B2C0A913D0F9}"/>
          </ac:spMkLst>
        </pc:spChg>
        <pc:spChg chg="add">
          <ac:chgData name="samuel reyes" userId="94f33fc4ddb4e063" providerId="LiveId" clId="{3599B910-2277-4D4D-AB8C-FA7A7DAC0A07}" dt="2025-12-02T21:06:53.459" v="73" actId="26606"/>
          <ac:spMkLst>
            <pc:docMk/>
            <pc:sldMk cId="0" sldId="257"/>
            <ac:spMk id="23" creationId="{9BAB74E2-5A82-47FD-BBB4-BFD47779FFB9}"/>
          </ac:spMkLst>
        </pc:spChg>
        <pc:spChg chg="add">
          <ac:chgData name="samuel reyes" userId="94f33fc4ddb4e063" providerId="LiveId" clId="{3599B910-2277-4D4D-AB8C-FA7A7DAC0A07}" dt="2025-12-02T21:06:53.459" v="73" actId="26606"/>
          <ac:spMkLst>
            <pc:docMk/>
            <pc:sldMk cId="0" sldId="257"/>
            <ac:spMk id="25" creationId="{9C4FFB60-A034-4994-8F55-E38D4F31C874}"/>
          </ac:spMkLst>
        </pc:spChg>
        <pc:picChg chg="add">
          <ac:chgData name="samuel reyes" userId="94f33fc4ddb4e063" providerId="LiveId" clId="{3599B910-2277-4D4D-AB8C-FA7A7DAC0A07}" dt="2025-12-02T21:06:53.459" v="73" actId="26606"/>
          <ac:picMkLst>
            <pc:docMk/>
            <pc:sldMk cId="0" sldId="257"/>
            <ac:picMk id="5" creationId="{C2336E3D-E8AB-9075-467F-2505A209DB9B}"/>
          </ac:picMkLst>
        </pc:picChg>
        <pc:picChg chg="add">
          <ac:chgData name="samuel reyes" userId="94f33fc4ddb4e063" providerId="LiveId" clId="{3599B910-2277-4D4D-AB8C-FA7A7DAC0A07}" dt="2025-12-02T21:06:53.459" v="73" actId="26606"/>
          <ac:picMkLst>
            <pc:docMk/>
            <pc:sldMk cId="0" sldId="257"/>
            <ac:picMk id="11" creationId="{5B5FB5AC-39B2-4094-B486-0FCD501D5044}"/>
          </ac:picMkLst>
        </pc:picChg>
      </pc:sldChg>
      <pc:sldChg chg="addSp delSp modSp mod setBg">
        <pc:chgData name="samuel reyes" userId="94f33fc4ddb4e063" providerId="LiveId" clId="{3599B910-2277-4D4D-AB8C-FA7A7DAC0A07}" dt="2025-12-02T21:10:14.708" v="106" actId="20577"/>
        <pc:sldMkLst>
          <pc:docMk/>
          <pc:sldMk cId="0" sldId="258"/>
        </pc:sldMkLst>
        <pc:spChg chg="mod ord">
          <ac:chgData name="samuel reyes" userId="94f33fc4ddb4e063" providerId="LiveId" clId="{3599B910-2277-4D4D-AB8C-FA7A7DAC0A07}" dt="2025-12-02T21:09:44.136" v="100" actId="26606"/>
          <ac:spMkLst>
            <pc:docMk/>
            <pc:sldMk cId="0" sldId="258"/>
            <ac:spMk id="2" creationId="{00000000-0000-0000-0000-000000000000}"/>
          </ac:spMkLst>
        </pc:spChg>
        <pc:spChg chg="mod">
          <ac:chgData name="samuel reyes" userId="94f33fc4ddb4e063" providerId="LiveId" clId="{3599B910-2277-4D4D-AB8C-FA7A7DAC0A07}" dt="2025-12-02T21:10:14.708" v="106" actId="20577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samuel reyes" userId="94f33fc4ddb4e063" providerId="LiveId" clId="{3599B910-2277-4D4D-AB8C-FA7A7DAC0A07}" dt="2025-12-02T21:09:31.538" v="95" actId="26606"/>
          <ac:spMkLst>
            <pc:docMk/>
            <pc:sldMk cId="0" sldId="258"/>
            <ac:spMk id="13" creationId="{78A4CDE5-C7BC-41E1-8A4A-79E024CC09F3}"/>
          </ac:spMkLst>
        </pc:spChg>
        <pc:spChg chg="add del">
          <ac:chgData name="samuel reyes" userId="94f33fc4ddb4e063" providerId="LiveId" clId="{3599B910-2277-4D4D-AB8C-FA7A7DAC0A07}" dt="2025-12-02T21:09:34.393" v="97" actId="26606"/>
          <ac:spMkLst>
            <pc:docMk/>
            <pc:sldMk cId="0" sldId="258"/>
            <ac:spMk id="20" creationId="{13BC1C09-8FD1-4619-B317-E9EED5E55DD8}"/>
          </ac:spMkLst>
        </pc:spChg>
        <pc:spChg chg="add del">
          <ac:chgData name="samuel reyes" userId="94f33fc4ddb4e063" providerId="LiveId" clId="{3599B910-2277-4D4D-AB8C-FA7A7DAC0A07}" dt="2025-12-02T21:09:44.136" v="100" actId="26606"/>
          <ac:spMkLst>
            <pc:docMk/>
            <pc:sldMk cId="0" sldId="258"/>
            <ac:spMk id="25" creationId="{78A4CDE5-C7BC-41E1-8A4A-79E024CC09F3}"/>
          </ac:spMkLst>
        </pc:spChg>
        <pc:spChg chg="add">
          <ac:chgData name="samuel reyes" userId="94f33fc4ddb4e063" providerId="LiveId" clId="{3599B910-2277-4D4D-AB8C-FA7A7DAC0A07}" dt="2025-12-02T21:09:44.136" v="100" actId="26606"/>
          <ac:spMkLst>
            <pc:docMk/>
            <pc:sldMk cId="0" sldId="258"/>
            <ac:spMk id="31" creationId="{E4055289-E0C6-4BD3-83C1-D3C3059323A2}"/>
          </ac:spMkLst>
        </pc:spChg>
        <pc:spChg chg="add">
          <ac:chgData name="samuel reyes" userId="94f33fc4ddb4e063" providerId="LiveId" clId="{3599B910-2277-4D4D-AB8C-FA7A7DAC0A07}" dt="2025-12-02T21:09:44.136" v="100" actId="26606"/>
          <ac:spMkLst>
            <pc:docMk/>
            <pc:sldMk cId="0" sldId="258"/>
            <ac:spMk id="33" creationId="{3D0E302E-D9CD-4301-A67C-2F0F43791D81}"/>
          </ac:spMkLst>
        </pc:spChg>
        <pc:spChg chg="add">
          <ac:chgData name="samuel reyes" userId="94f33fc4ddb4e063" providerId="LiveId" clId="{3599B910-2277-4D4D-AB8C-FA7A7DAC0A07}" dt="2025-12-02T21:09:44.136" v="100" actId="26606"/>
          <ac:spMkLst>
            <pc:docMk/>
            <pc:sldMk cId="0" sldId="258"/>
            <ac:spMk id="37" creationId="{35174CBE-3C8C-4936-BADC-26BFB4F07FA9}"/>
          </ac:spMkLst>
        </pc:spChg>
        <pc:spChg chg="add">
          <ac:chgData name="samuel reyes" userId="94f33fc4ddb4e063" providerId="LiveId" clId="{3599B910-2277-4D4D-AB8C-FA7A7DAC0A07}" dt="2025-12-02T21:09:44.136" v="100" actId="26606"/>
          <ac:spMkLst>
            <pc:docMk/>
            <pc:sldMk cId="0" sldId="258"/>
            <ac:spMk id="41" creationId="{932BC668-4D51-4090-89E3-5613B832E4F8}"/>
          </ac:spMkLst>
        </pc:spChg>
        <pc:grpChg chg="add del">
          <ac:chgData name="samuel reyes" userId="94f33fc4ddb4e063" providerId="LiveId" clId="{3599B910-2277-4D4D-AB8C-FA7A7DAC0A07}" dt="2025-12-02T21:09:31.538" v="95" actId="26606"/>
          <ac:grpSpMkLst>
            <pc:docMk/>
            <pc:sldMk cId="0" sldId="258"/>
            <ac:grpSpMk id="9" creationId="{905A9BAA-B344-45D2-838C-73856C4B15D4}"/>
          </ac:grpSpMkLst>
        </pc:grpChg>
        <pc:grpChg chg="add del">
          <ac:chgData name="samuel reyes" userId="94f33fc4ddb4e063" providerId="LiveId" clId="{3599B910-2277-4D4D-AB8C-FA7A7DAC0A07}" dt="2025-12-02T21:09:34.393" v="97" actId="26606"/>
          <ac:grpSpMkLst>
            <pc:docMk/>
            <pc:sldMk cId="0" sldId="258"/>
            <ac:grpSpMk id="17" creationId="{7A865E47-4365-4F21-B8EA-13B2C12BCB98}"/>
          </ac:grpSpMkLst>
        </pc:grpChg>
        <pc:grpChg chg="add">
          <ac:chgData name="samuel reyes" userId="94f33fc4ddb4e063" providerId="LiveId" clId="{3599B910-2277-4D4D-AB8C-FA7A7DAC0A07}" dt="2025-12-02T21:09:34.456" v="98" actId="26606"/>
          <ac:grpSpMkLst>
            <pc:docMk/>
            <pc:sldMk cId="0" sldId="258"/>
            <ac:grpSpMk id="23" creationId="{905A9BAA-B344-45D2-838C-73856C4B15D4}"/>
          </ac:grpSpMkLst>
        </pc:grpChg>
        <pc:picChg chg="add del">
          <ac:chgData name="samuel reyes" userId="94f33fc4ddb4e063" providerId="LiveId" clId="{3599B910-2277-4D4D-AB8C-FA7A7DAC0A07}" dt="2025-12-02T21:09:31.538" v="95" actId="26606"/>
          <ac:picMkLst>
            <pc:docMk/>
            <pc:sldMk cId="0" sldId="258"/>
            <ac:picMk id="5" creationId="{1846796A-6C56-2A8D-33A1-265FCF25CB44}"/>
          </ac:picMkLst>
        </pc:picChg>
        <pc:picChg chg="add del">
          <ac:chgData name="samuel reyes" userId="94f33fc4ddb4e063" providerId="LiveId" clId="{3599B910-2277-4D4D-AB8C-FA7A7DAC0A07}" dt="2025-12-02T21:09:31.538" v="95" actId="26606"/>
          <ac:picMkLst>
            <pc:docMk/>
            <pc:sldMk cId="0" sldId="258"/>
            <ac:picMk id="15" creationId="{025C7952-5703-489E-8DBD-F2EFAC8EEB05}"/>
          </ac:picMkLst>
        </pc:picChg>
        <pc:picChg chg="add del">
          <ac:chgData name="samuel reyes" userId="94f33fc4ddb4e063" providerId="LiveId" clId="{3599B910-2277-4D4D-AB8C-FA7A7DAC0A07}" dt="2025-12-02T21:09:34.393" v="97" actId="26606"/>
          <ac:picMkLst>
            <pc:docMk/>
            <pc:sldMk cId="0" sldId="258"/>
            <ac:picMk id="19" creationId="{C7EA391C-FFFF-12A5-050B-4DFA48D5CD82}"/>
          </ac:picMkLst>
        </pc:picChg>
        <pc:picChg chg="add del">
          <ac:chgData name="samuel reyes" userId="94f33fc4ddb4e063" providerId="LiveId" clId="{3599B910-2277-4D4D-AB8C-FA7A7DAC0A07}" dt="2025-12-02T21:09:34.393" v="97" actId="26606"/>
          <ac:picMkLst>
            <pc:docMk/>
            <pc:sldMk cId="0" sldId="258"/>
            <ac:picMk id="21" creationId="{D3143E80-C928-46DB-9299-0BD06348A928}"/>
          </ac:picMkLst>
        </pc:picChg>
        <pc:picChg chg="add">
          <ac:chgData name="samuel reyes" userId="94f33fc4ddb4e063" providerId="LiveId" clId="{3599B910-2277-4D4D-AB8C-FA7A7DAC0A07}" dt="2025-12-02T21:09:34.456" v="98" actId="26606"/>
          <ac:picMkLst>
            <pc:docMk/>
            <pc:sldMk cId="0" sldId="258"/>
            <ac:picMk id="24" creationId="{1846796A-6C56-2A8D-33A1-265FCF25CB44}"/>
          </ac:picMkLst>
        </pc:picChg>
        <pc:picChg chg="add del">
          <ac:chgData name="samuel reyes" userId="94f33fc4ddb4e063" providerId="LiveId" clId="{3599B910-2277-4D4D-AB8C-FA7A7DAC0A07}" dt="2025-12-02T21:09:44.136" v="100" actId="26606"/>
          <ac:picMkLst>
            <pc:docMk/>
            <pc:sldMk cId="0" sldId="258"/>
            <ac:picMk id="26" creationId="{025C7952-5703-489E-8DBD-F2EFAC8EEB05}"/>
          </ac:picMkLst>
        </pc:picChg>
        <pc:picChg chg="add">
          <ac:chgData name="samuel reyes" userId="94f33fc4ddb4e063" providerId="LiveId" clId="{3599B910-2277-4D4D-AB8C-FA7A7DAC0A07}" dt="2025-12-02T21:09:44.136" v="100" actId="26606"/>
          <ac:picMkLst>
            <pc:docMk/>
            <pc:sldMk cId="0" sldId="258"/>
            <ac:picMk id="35" creationId="{CA457133-9802-4229-B919-FF91AE235CCB}"/>
          </ac:picMkLst>
        </pc:picChg>
        <pc:picChg chg="add">
          <ac:chgData name="samuel reyes" userId="94f33fc4ddb4e063" providerId="LiveId" clId="{3599B910-2277-4D4D-AB8C-FA7A7DAC0A07}" dt="2025-12-02T21:09:44.136" v="100" actId="26606"/>
          <ac:picMkLst>
            <pc:docMk/>
            <pc:sldMk cId="0" sldId="258"/>
            <ac:picMk id="39" creationId="{74CBD692-4D03-4764-98E3-F95783857866}"/>
          </ac:picMkLst>
        </pc:picChg>
      </pc:sldChg>
      <pc:sldChg chg="addSp modSp mod setBg addAnim">
        <pc:chgData name="samuel reyes" userId="94f33fc4ddb4e063" providerId="LiveId" clId="{3599B910-2277-4D4D-AB8C-FA7A7DAC0A07}" dt="2025-12-02T21:45:09.886" v="176"/>
        <pc:sldMkLst>
          <pc:docMk/>
          <pc:sldMk cId="0" sldId="259"/>
        </pc:sldMkLst>
        <pc:spChg chg="mod">
          <ac:chgData name="samuel reyes" userId="94f33fc4ddb4e063" providerId="LiveId" clId="{3599B910-2277-4D4D-AB8C-FA7A7DAC0A07}" dt="2025-12-02T21:10:37.583" v="107" actId="26606"/>
          <ac:spMkLst>
            <pc:docMk/>
            <pc:sldMk cId="0" sldId="259"/>
            <ac:spMk id="2" creationId="{00000000-0000-0000-0000-000000000000}"/>
          </ac:spMkLst>
        </pc:spChg>
        <pc:spChg chg="mod">
          <ac:chgData name="samuel reyes" userId="94f33fc4ddb4e063" providerId="LiveId" clId="{3599B910-2277-4D4D-AB8C-FA7A7DAC0A07}" dt="2025-12-02T21:45:09.886" v="176"/>
          <ac:spMkLst>
            <pc:docMk/>
            <pc:sldMk cId="0" sldId="259"/>
            <ac:spMk id="3" creationId="{00000000-0000-0000-0000-000000000000}"/>
          </ac:spMkLst>
        </pc:spChg>
        <pc:spChg chg="add">
          <ac:chgData name="samuel reyes" userId="94f33fc4ddb4e063" providerId="LiveId" clId="{3599B910-2277-4D4D-AB8C-FA7A7DAC0A07}" dt="2025-12-02T21:10:37.583" v="107" actId="26606"/>
          <ac:spMkLst>
            <pc:docMk/>
            <pc:sldMk cId="0" sldId="259"/>
            <ac:spMk id="13" creationId="{78A4CDE5-C7BC-41E1-8A4A-79E024CC09F3}"/>
          </ac:spMkLst>
        </pc:spChg>
        <pc:grpChg chg="add">
          <ac:chgData name="samuel reyes" userId="94f33fc4ddb4e063" providerId="LiveId" clId="{3599B910-2277-4D4D-AB8C-FA7A7DAC0A07}" dt="2025-12-02T21:10:37.583" v="107" actId="26606"/>
          <ac:grpSpMkLst>
            <pc:docMk/>
            <pc:sldMk cId="0" sldId="259"/>
            <ac:grpSpMk id="9" creationId="{905A9BAA-B344-45D2-838C-73856C4B15D4}"/>
          </ac:grpSpMkLst>
        </pc:grpChg>
        <pc:picChg chg="add mod">
          <ac:chgData name="samuel reyes" userId="94f33fc4ddb4e063" providerId="LiveId" clId="{3599B910-2277-4D4D-AB8C-FA7A7DAC0A07}" dt="2025-12-02T21:10:59.130" v="114" actId="1076"/>
          <ac:picMkLst>
            <pc:docMk/>
            <pc:sldMk cId="0" sldId="259"/>
            <ac:picMk id="5" creationId="{91D9A790-6561-EF46-B89A-E8419910CDE9}"/>
          </ac:picMkLst>
        </pc:picChg>
        <pc:picChg chg="add">
          <ac:chgData name="samuel reyes" userId="94f33fc4ddb4e063" providerId="LiveId" clId="{3599B910-2277-4D4D-AB8C-FA7A7DAC0A07}" dt="2025-12-02T21:10:37.583" v="107" actId="26606"/>
          <ac:picMkLst>
            <pc:docMk/>
            <pc:sldMk cId="0" sldId="259"/>
            <ac:picMk id="15" creationId="{025C7952-5703-489E-8DBD-F2EFAC8EEB05}"/>
          </ac:picMkLst>
        </pc:picChg>
      </pc:sldChg>
      <pc:sldChg chg="addSp delSp modSp mod setBg">
        <pc:chgData name="samuel reyes" userId="94f33fc4ddb4e063" providerId="LiveId" clId="{3599B910-2277-4D4D-AB8C-FA7A7DAC0A07}" dt="2025-12-02T21:12:07.992" v="126" actId="20577"/>
        <pc:sldMkLst>
          <pc:docMk/>
          <pc:sldMk cId="0" sldId="260"/>
        </pc:sldMkLst>
        <pc:spChg chg="mod ord">
          <ac:chgData name="samuel reyes" userId="94f33fc4ddb4e063" providerId="LiveId" clId="{3599B910-2277-4D4D-AB8C-FA7A7DAC0A07}" dt="2025-12-02T21:11:20.958" v="117" actId="26606"/>
          <ac:spMkLst>
            <pc:docMk/>
            <pc:sldMk cId="0" sldId="260"/>
            <ac:spMk id="2" creationId="{00000000-0000-0000-0000-000000000000}"/>
          </ac:spMkLst>
        </pc:spChg>
        <pc:spChg chg="mod">
          <ac:chgData name="samuel reyes" userId="94f33fc4ddb4e063" providerId="LiveId" clId="{3599B910-2277-4D4D-AB8C-FA7A7DAC0A07}" dt="2025-12-02T21:12:07.992" v="126" actId="20577"/>
          <ac:spMkLst>
            <pc:docMk/>
            <pc:sldMk cId="0" sldId="260"/>
            <ac:spMk id="3" creationId="{00000000-0000-0000-0000-000000000000}"/>
          </ac:spMkLst>
        </pc:spChg>
        <pc:spChg chg="add del">
          <ac:chgData name="samuel reyes" userId="94f33fc4ddb4e063" providerId="LiveId" clId="{3599B910-2277-4D4D-AB8C-FA7A7DAC0A07}" dt="2025-12-02T21:11:20.933" v="116" actId="26606"/>
          <ac:spMkLst>
            <pc:docMk/>
            <pc:sldMk cId="0" sldId="260"/>
            <ac:spMk id="13" creationId="{78A4CDE5-C7BC-41E1-8A4A-79E024CC09F3}"/>
          </ac:spMkLst>
        </pc:spChg>
        <pc:spChg chg="add">
          <ac:chgData name="samuel reyes" userId="94f33fc4ddb4e063" providerId="LiveId" clId="{3599B910-2277-4D4D-AB8C-FA7A7DAC0A07}" dt="2025-12-02T21:11:20.958" v="117" actId="26606"/>
          <ac:spMkLst>
            <pc:docMk/>
            <pc:sldMk cId="0" sldId="260"/>
            <ac:spMk id="20" creationId="{13BC1C09-8FD1-4619-B317-E9EED5E55DD8}"/>
          </ac:spMkLst>
        </pc:spChg>
        <pc:grpChg chg="add del">
          <ac:chgData name="samuel reyes" userId="94f33fc4ddb4e063" providerId="LiveId" clId="{3599B910-2277-4D4D-AB8C-FA7A7DAC0A07}" dt="2025-12-02T21:11:20.933" v="116" actId="26606"/>
          <ac:grpSpMkLst>
            <pc:docMk/>
            <pc:sldMk cId="0" sldId="260"/>
            <ac:grpSpMk id="9" creationId="{905A9BAA-B344-45D2-838C-73856C4B15D4}"/>
          </ac:grpSpMkLst>
        </pc:grpChg>
        <pc:grpChg chg="add">
          <ac:chgData name="samuel reyes" userId="94f33fc4ddb4e063" providerId="LiveId" clId="{3599B910-2277-4D4D-AB8C-FA7A7DAC0A07}" dt="2025-12-02T21:11:20.958" v="117" actId="26606"/>
          <ac:grpSpMkLst>
            <pc:docMk/>
            <pc:sldMk cId="0" sldId="260"/>
            <ac:grpSpMk id="17" creationId="{7A865E47-4365-4F21-B8EA-13B2C12BCB98}"/>
          </ac:grpSpMkLst>
        </pc:grpChg>
        <pc:picChg chg="add del">
          <ac:chgData name="samuel reyes" userId="94f33fc4ddb4e063" providerId="LiveId" clId="{3599B910-2277-4D4D-AB8C-FA7A7DAC0A07}" dt="2025-12-02T21:11:20.933" v="116" actId="26606"/>
          <ac:picMkLst>
            <pc:docMk/>
            <pc:sldMk cId="0" sldId="260"/>
            <ac:picMk id="5" creationId="{1D8FEEB0-F674-AEDF-B025-0CFAC555BA07}"/>
          </ac:picMkLst>
        </pc:picChg>
        <pc:picChg chg="add del">
          <ac:chgData name="samuel reyes" userId="94f33fc4ddb4e063" providerId="LiveId" clId="{3599B910-2277-4D4D-AB8C-FA7A7DAC0A07}" dt="2025-12-02T21:11:20.933" v="116" actId="26606"/>
          <ac:picMkLst>
            <pc:docMk/>
            <pc:sldMk cId="0" sldId="260"/>
            <ac:picMk id="15" creationId="{025C7952-5703-489E-8DBD-F2EFAC8EEB05}"/>
          </ac:picMkLst>
        </pc:picChg>
        <pc:picChg chg="add">
          <ac:chgData name="samuel reyes" userId="94f33fc4ddb4e063" providerId="LiveId" clId="{3599B910-2277-4D4D-AB8C-FA7A7DAC0A07}" dt="2025-12-02T21:11:20.958" v="117" actId="26606"/>
          <ac:picMkLst>
            <pc:docMk/>
            <pc:sldMk cId="0" sldId="260"/>
            <ac:picMk id="19" creationId="{482DC9C9-2B43-31A9-7276-8A38328ABA27}"/>
          </ac:picMkLst>
        </pc:picChg>
        <pc:picChg chg="add">
          <ac:chgData name="samuel reyes" userId="94f33fc4ddb4e063" providerId="LiveId" clId="{3599B910-2277-4D4D-AB8C-FA7A7DAC0A07}" dt="2025-12-02T21:11:20.958" v="117" actId="26606"/>
          <ac:picMkLst>
            <pc:docMk/>
            <pc:sldMk cId="0" sldId="260"/>
            <ac:picMk id="21" creationId="{D3143E80-C928-46DB-9299-0BD06348A928}"/>
          </ac:picMkLst>
        </pc:picChg>
      </pc:sldChg>
      <pc:sldChg chg="addSp delSp modSp mod setBg">
        <pc:chgData name="samuel reyes" userId="94f33fc4ddb4e063" providerId="LiveId" clId="{3599B910-2277-4D4D-AB8C-FA7A7DAC0A07}" dt="2025-12-02T21:13:12.278" v="138" actId="20577"/>
        <pc:sldMkLst>
          <pc:docMk/>
          <pc:sldMk cId="0" sldId="261"/>
        </pc:sldMkLst>
        <pc:spChg chg="mod ord">
          <ac:chgData name="samuel reyes" userId="94f33fc4ddb4e063" providerId="LiveId" clId="{3599B910-2277-4D4D-AB8C-FA7A7DAC0A07}" dt="2025-12-02T21:12:49.248" v="131" actId="26606"/>
          <ac:spMkLst>
            <pc:docMk/>
            <pc:sldMk cId="0" sldId="261"/>
            <ac:spMk id="2" creationId="{00000000-0000-0000-0000-000000000000}"/>
          </ac:spMkLst>
        </pc:spChg>
        <pc:spChg chg="mod">
          <ac:chgData name="samuel reyes" userId="94f33fc4ddb4e063" providerId="LiveId" clId="{3599B910-2277-4D4D-AB8C-FA7A7DAC0A07}" dt="2025-12-02T21:13:12.278" v="138" actId="20577"/>
          <ac:spMkLst>
            <pc:docMk/>
            <pc:sldMk cId="0" sldId="261"/>
            <ac:spMk id="3" creationId="{00000000-0000-0000-0000-000000000000}"/>
          </ac:spMkLst>
        </pc:spChg>
        <pc:spChg chg="add del">
          <ac:chgData name="samuel reyes" userId="94f33fc4ddb4e063" providerId="LiveId" clId="{3599B910-2277-4D4D-AB8C-FA7A7DAC0A07}" dt="2025-12-02T21:12:47.610" v="128" actId="26606"/>
          <ac:spMkLst>
            <pc:docMk/>
            <pc:sldMk cId="0" sldId="261"/>
            <ac:spMk id="13" creationId="{13BC1C09-8FD1-4619-B317-E9EED5E55DD8}"/>
          </ac:spMkLst>
        </pc:spChg>
        <pc:spChg chg="add del">
          <ac:chgData name="samuel reyes" userId="94f33fc4ddb4e063" providerId="LiveId" clId="{3599B910-2277-4D4D-AB8C-FA7A7DAC0A07}" dt="2025-12-02T21:12:49.212" v="130" actId="26606"/>
          <ac:spMkLst>
            <pc:docMk/>
            <pc:sldMk cId="0" sldId="261"/>
            <ac:spMk id="20" creationId="{78A4CDE5-C7BC-41E1-8A4A-79E024CC09F3}"/>
          </ac:spMkLst>
        </pc:spChg>
        <pc:spChg chg="add">
          <ac:chgData name="samuel reyes" userId="94f33fc4ddb4e063" providerId="LiveId" clId="{3599B910-2277-4D4D-AB8C-FA7A7DAC0A07}" dt="2025-12-02T21:12:49.248" v="131" actId="26606"/>
          <ac:spMkLst>
            <pc:docMk/>
            <pc:sldMk cId="0" sldId="261"/>
            <ac:spMk id="25" creationId="{13BC1C09-8FD1-4619-B317-E9EED5E55DD8}"/>
          </ac:spMkLst>
        </pc:spChg>
        <pc:grpChg chg="add del">
          <ac:chgData name="samuel reyes" userId="94f33fc4ddb4e063" providerId="LiveId" clId="{3599B910-2277-4D4D-AB8C-FA7A7DAC0A07}" dt="2025-12-02T21:12:47.610" v="128" actId="26606"/>
          <ac:grpSpMkLst>
            <pc:docMk/>
            <pc:sldMk cId="0" sldId="261"/>
            <ac:grpSpMk id="9" creationId="{7A865E47-4365-4F21-B8EA-13B2C12BCB98}"/>
          </ac:grpSpMkLst>
        </pc:grpChg>
        <pc:grpChg chg="add del">
          <ac:chgData name="samuel reyes" userId="94f33fc4ddb4e063" providerId="LiveId" clId="{3599B910-2277-4D4D-AB8C-FA7A7DAC0A07}" dt="2025-12-02T21:12:49.212" v="130" actId="26606"/>
          <ac:grpSpMkLst>
            <pc:docMk/>
            <pc:sldMk cId="0" sldId="261"/>
            <ac:grpSpMk id="17" creationId="{905A9BAA-B344-45D2-838C-73856C4B15D4}"/>
          </ac:grpSpMkLst>
        </pc:grpChg>
        <pc:grpChg chg="add">
          <ac:chgData name="samuel reyes" userId="94f33fc4ddb4e063" providerId="LiveId" clId="{3599B910-2277-4D4D-AB8C-FA7A7DAC0A07}" dt="2025-12-02T21:12:49.248" v="131" actId="26606"/>
          <ac:grpSpMkLst>
            <pc:docMk/>
            <pc:sldMk cId="0" sldId="261"/>
            <ac:grpSpMk id="23" creationId="{7A865E47-4365-4F21-B8EA-13B2C12BCB98}"/>
          </ac:grpSpMkLst>
        </pc:grpChg>
        <pc:picChg chg="add del">
          <ac:chgData name="samuel reyes" userId="94f33fc4ddb4e063" providerId="LiveId" clId="{3599B910-2277-4D4D-AB8C-FA7A7DAC0A07}" dt="2025-12-02T21:12:47.610" v="128" actId="26606"/>
          <ac:picMkLst>
            <pc:docMk/>
            <pc:sldMk cId="0" sldId="261"/>
            <ac:picMk id="5" creationId="{32CBBD30-46CE-F489-4F2F-50DE65741EE7}"/>
          </ac:picMkLst>
        </pc:picChg>
        <pc:picChg chg="add del">
          <ac:chgData name="samuel reyes" userId="94f33fc4ddb4e063" providerId="LiveId" clId="{3599B910-2277-4D4D-AB8C-FA7A7DAC0A07}" dt="2025-12-02T21:12:47.610" v="128" actId="26606"/>
          <ac:picMkLst>
            <pc:docMk/>
            <pc:sldMk cId="0" sldId="261"/>
            <ac:picMk id="15" creationId="{D3143E80-C928-46DB-9299-0BD06348A928}"/>
          </ac:picMkLst>
        </pc:picChg>
        <pc:picChg chg="add del">
          <ac:chgData name="samuel reyes" userId="94f33fc4ddb4e063" providerId="LiveId" clId="{3599B910-2277-4D4D-AB8C-FA7A7DAC0A07}" dt="2025-12-02T21:12:49.212" v="130" actId="26606"/>
          <ac:picMkLst>
            <pc:docMk/>
            <pc:sldMk cId="0" sldId="261"/>
            <ac:picMk id="19" creationId="{06ECAEC6-13BD-8259-85B3-1F10A64A9F91}"/>
          </ac:picMkLst>
        </pc:picChg>
        <pc:picChg chg="add del">
          <ac:chgData name="samuel reyes" userId="94f33fc4ddb4e063" providerId="LiveId" clId="{3599B910-2277-4D4D-AB8C-FA7A7DAC0A07}" dt="2025-12-02T21:12:49.212" v="130" actId="26606"/>
          <ac:picMkLst>
            <pc:docMk/>
            <pc:sldMk cId="0" sldId="261"/>
            <ac:picMk id="21" creationId="{025C7952-5703-489E-8DBD-F2EFAC8EEB05}"/>
          </ac:picMkLst>
        </pc:picChg>
        <pc:picChg chg="add">
          <ac:chgData name="samuel reyes" userId="94f33fc4ddb4e063" providerId="LiveId" clId="{3599B910-2277-4D4D-AB8C-FA7A7DAC0A07}" dt="2025-12-02T21:12:49.248" v="131" actId="26606"/>
          <ac:picMkLst>
            <pc:docMk/>
            <pc:sldMk cId="0" sldId="261"/>
            <ac:picMk id="24" creationId="{32CBBD30-46CE-F489-4F2F-50DE65741EE7}"/>
          </ac:picMkLst>
        </pc:picChg>
        <pc:picChg chg="add">
          <ac:chgData name="samuel reyes" userId="94f33fc4ddb4e063" providerId="LiveId" clId="{3599B910-2277-4D4D-AB8C-FA7A7DAC0A07}" dt="2025-12-02T21:12:49.248" v="131" actId="26606"/>
          <ac:picMkLst>
            <pc:docMk/>
            <pc:sldMk cId="0" sldId="261"/>
            <ac:picMk id="26" creationId="{D3143E80-C928-46DB-9299-0BD06348A928}"/>
          </ac:picMkLst>
        </pc:picChg>
      </pc:sldChg>
      <pc:sldChg chg="addSp modSp mod setBg">
        <pc:chgData name="samuel reyes" userId="94f33fc4ddb4e063" providerId="LiveId" clId="{3599B910-2277-4D4D-AB8C-FA7A7DAC0A07}" dt="2025-12-02T21:15:17.922" v="147" actId="20577"/>
        <pc:sldMkLst>
          <pc:docMk/>
          <pc:sldMk cId="0" sldId="262"/>
        </pc:sldMkLst>
        <pc:spChg chg="mod">
          <ac:chgData name="samuel reyes" userId="94f33fc4ddb4e063" providerId="LiveId" clId="{3599B910-2277-4D4D-AB8C-FA7A7DAC0A07}" dt="2025-12-02T21:14:47.932" v="139" actId="26606"/>
          <ac:spMkLst>
            <pc:docMk/>
            <pc:sldMk cId="0" sldId="262"/>
            <ac:spMk id="2" creationId="{00000000-0000-0000-0000-000000000000}"/>
          </ac:spMkLst>
        </pc:spChg>
        <pc:spChg chg="mod">
          <ac:chgData name="samuel reyes" userId="94f33fc4ddb4e063" providerId="LiveId" clId="{3599B910-2277-4D4D-AB8C-FA7A7DAC0A07}" dt="2025-12-02T21:15:17.922" v="147" actId="20577"/>
          <ac:spMkLst>
            <pc:docMk/>
            <pc:sldMk cId="0" sldId="262"/>
            <ac:spMk id="3" creationId="{00000000-0000-0000-0000-000000000000}"/>
          </ac:spMkLst>
        </pc:spChg>
        <pc:spChg chg="add">
          <ac:chgData name="samuel reyes" userId="94f33fc4ddb4e063" providerId="LiveId" clId="{3599B910-2277-4D4D-AB8C-FA7A7DAC0A07}" dt="2025-12-02T21:14:47.932" v="139" actId="26606"/>
          <ac:spMkLst>
            <pc:docMk/>
            <pc:sldMk cId="0" sldId="262"/>
            <ac:spMk id="8" creationId="{273E8A9A-DA4B-4F12-9331-219EBE5235D0}"/>
          </ac:spMkLst>
        </pc:spChg>
        <pc:spChg chg="add">
          <ac:chgData name="samuel reyes" userId="94f33fc4ddb4e063" providerId="LiveId" clId="{3599B910-2277-4D4D-AB8C-FA7A7DAC0A07}" dt="2025-12-02T21:14:47.932" v="139" actId="26606"/>
          <ac:spMkLst>
            <pc:docMk/>
            <pc:sldMk cId="0" sldId="262"/>
            <ac:spMk id="12" creationId="{ADD673B7-F6B7-43EE-936B-D09F3A337A3E}"/>
          </ac:spMkLst>
        </pc:spChg>
        <pc:picChg chg="add">
          <ac:chgData name="samuel reyes" userId="94f33fc4ddb4e063" providerId="LiveId" clId="{3599B910-2277-4D4D-AB8C-FA7A7DAC0A07}" dt="2025-12-02T21:14:47.932" v="139" actId="26606"/>
          <ac:picMkLst>
            <pc:docMk/>
            <pc:sldMk cId="0" sldId="262"/>
            <ac:picMk id="10" creationId="{1C4DCE7A-0E46-404B-9E0D-E93DC7B2A861}"/>
          </ac:picMkLst>
        </pc:picChg>
      </pc:sldChg>
      <pc:sldChg chg="addSp delSp modSp mod setBg addAnim">
        <pc:chgData name="samuel reyes" userId="94f33fc4ddb4e063" providerId="LiveId" clId="{3599B910-2277-4D4D-AB8C-FA7A7DAC0A07}" dt="2025-12-02T22:00:51.740" v="198" actId="255"/>
        <pc:sldMkLst>
          <pc:docMk/>
          <pc:sldMk cId="0" sldId="263"/>
        </pc:sldMkLst>
        <pc:spChg chg="mod">
          <ac:chgData name="samuel reyes" userId="94f33fc4ddb4e063" providerId="LiveId" clId="{3599B910-2277-4D4D-AB8C-FA7A7DAC0A07}" dt="2025-12-02T21:17:24.404" v="156" actId="26606"/>
          <ac:spMkLst>
            <pc:docMk/>
            <pc:sldMk cId="0" sldId="263"/>
            <ac:spMk id="2" creationId="{00000000-0000-0000-0000-000000000000}"/>
          </ac:spMkLst>
        </pc:spChg>
        <pc:spChg chg="mod">
          <ac:chgData name="samuel reyes" userId="94f33fc4ddb4e063" providerId="LiveId" clId="{3599B910-2277-4D4D-AB8C-FA7A7DAC0A07}" dt="2025-12-02T22:00:51.740" v="198" actId="255"/>
          <ac:spMkLst>
            <pc:docMk/>
            <pc:sldMk cId="0" sldId="263"/>
            <ac:spMk id="3" creationId="{00000000-0000-0000-0000-000000000000}"/>
          </ac:spMkLst>
        </pc:spChg>
        <pc:spChg chg="add mod">
          <ac:chgData name="samuel reyes" userId="94f33fc4ddb4e063" providerId="LiveId" clId="{3599B910-2277-4D4D-AB8C-FA7A7DAC0A07}" dt="2025-12-02T21:17:24.404" v="156" actId="26606"/>
          <ac:spMkLst>
            <pc:docMk/>
            <pc:sldMk cId="0" sldId="263"/>
            <ac:spMk id="6" creationId="{DE1C4FE8-CE54-4DF9-7D21-69D447C555F9}"/>
          </ac:spMkLst>
        </pc:spChg>
        <pc:spChg chg="add del">
          <ac:chgData name="samuel reyes" userId="94f33fc4ddb4e063" providerId="LiveId" clId="{3599B910-2277-4D4D-AB8C-FA7A7DAC0A07}" dt="2025-12-02T21:16:21.637" v="149" actId="26606"/>
          <ac:spMkLst>
            <pc:docMk/>
            <pc:sldMk cId="0" sldId="263"/>
            <ac:spMk id="14" creationId="{7EF5ECB8-D49C-48FB-A93E-88EB2FFDFD42}"/>
          </ac:spMkLst>
        </pc:spChg>
        <pc:spChg chg="add del">
          <ac:chgData name="samuel reyes" userId="94f33fc4ddb4e063" providerId="LiveId" clId="{3599B910-2277-4D4D-AB8C-FA7A7DAC0A07}" dt="2025-12-02T21:16:21.637" v="149" actId="26606"/>
          <ac:spMkLst>
            <pc:docMk/>
            <pc:sldMk cId="0" sldId="263"/>
            <ac:spMk id="16" creationId="{411B77A2-BD5C-432D-B52E-C12612C74C17}"/>
          </ac:spMkLst>
        </pc:spChg>
        <pc:spChg chg="add del">
          <ac:chgData name="samuel reyes" userId="94f33fc4ddb4e063" providerId="LiveId" clId="{3599B910-2277-4D4D-AB8C-FA7A7DAC0A07}" dt="2025-12-02T21:16:21.637" v="149" actId="26606"/>
          <ac:spMkLst>
            <pc:docMk/>
            <pc:sldMk cId="0" sldId="263"/>
            <ac:spMk id="18" creationId="{B2E911EF-80F5-4781-A4DF-44EFAF242FB8}"/>
          </ac:spMkLst>
        </pc:spChg>
        <pc:spChg chg="add del">
          <ac:chgData name="samuel reyes" userId="94f33fc4ddb4e063" providerId="LiveId" clId="{3599B910-2277-4D4D-AB8C-FA7A7DAC0A07}" dt="2025-12-02T21:16:21.637" v="149" actId="26606"/>
          <ac:spMkLst>
            <pc:docMk/>
            <pc:sldMk cId="0" sldId="263"/>
            <ac:spMk id="22" creationId="{EFFB5C33-24B2-4764-BDBD-4C10A21DB1B4}"/>
          </ac:spMkLst>
        </pc:spChg>
        <pc:spChg chg="add del">
          <ac:chgData name="samuel reyes" userId="94f33fc4ddb4e063" providerId="LiveId" clId="{3599B910-2277-4D4D-AB8C-FA7A7DAC0A07}" dt="2025-12-02T21:16:21.637" v="149" actId="26606"/>
          <ac:spMkLst>
            <pc:docMk/>
            <pc:sldMk cId="0" sldId="263"/>
            <ac:spMk id="26" creationId="{1425DB5A-CEE1-4EE1-8C4A-689E49D3542F}"/>
          </ac:spMkLst>
        </pc:spChg>
        <pc:spChg chg="add del">
          <ac:chgData name="samuel reyes" userId="94f33fc4ddb4e063" providerId="LiveId" clId="{3599B910-2277-4D4D-AB8C-FA7A7DAC0A07}" dt="2025-12-02T21:16:23.434" v="151" actId="26606"/>
          <ac:spMkLst>
            <pc:docMk/>
            <pc:sldMk cId="0" sldId="263"/>
            <ac:spMk id="31" creationId="{7EF5ECB8-D49C-48FB-A93E-88EB2FFDFD42}"/>
          </ac:spMkLst>
        </pc:spChg>
        <pc:spChg chg="add del">
          <ac:chgData name="samuel reyes" userId="94f33fc4ddb4e063" providerId="LiveId" clId="{3599B910-2277-4D4D-AB8C-FA7A7DAC0A07}" dt="2025-12-02T21:16:23.434" v="151" actId="26606"/>
          <ac:spMkLst>
            <pc:docMk/>
            <pc:sldMk cId="0" sldId="263"/>
            <ac:spMk id="32" creationId="{411B77A2-BD5C-432D-B52E-C12612C74C17}"/>
          </ac:spMkLst>
        </pc:spChg>
        <pc:spChg chg="add del">
          <ac:chgData name="samuel reyes" userId="94f33fc4ddb4e063" providerId="LiveId" clId="{3599B910-2277-4D4D-AB8C-FA7A7DAC0A07}" dt="2025-12-02T21:16:23.434" v="151" actId="26606"/>
          <ac:spMkLst>
            <pc:docMk/>
            <pc:sldMk cId="0" sldId="263"/>
            <ac:spMk id="33" creationId="{8B1B45BD-D05B-47CB-97E5-994F293A1581}"/>
          </ac:spMkLst>
        </pc:spChg>
        <pc:spChg chg="add del">
          <ac:chgData name="samuel reyes" userId="94f33fc4ddb4e063" providerId="LiveId" clId="{3599B910-2277-4D4D-AB8C-FA7A7DAC0A07}" dt="2025-12-02T21:16:23.434" v="151" actId="26606"/>
          <ac:spMkLst>
            <pc:docMk/>
            <pc:sldMk cId="0" sldId="263"/>
            <ac:spMk id="35" creationId="{2D3E1E67-68B8-49AF-8DBA-E7E08CD3F886}"/>
          </ac:spMkLst>
        </pc:spChg>
        <pc:spChg chg="add del">
          <ac:chgData name="samuel reyes" userId="94f33fc4ddb4e063" providerId="LiveId" clId="{3599B910-2277-4D4D-AB8C-FA7A7DAC0A07}" dt="2025-12-02T21:16:23.434" v="151" actId="26606"/>
          <ac:spMkLst>
            <pc:docMk/>
            <pc:sldMk cId="0" sldId="263"/>
            <ac:spMk id="36" creationId="{896FDE7C-B860-44EE-B294-C8358F7A8EB1}"/>
          </ac:spMkLst>
        </pc:spChg>
        <pc:spChg chg="add del">
          <ac:chgData name="samuel reyes" userId="94f33fc4ddb4e063" providerId="LiveId" clId="{3599B910-2277-4D4D-AB8C-FA7A7DAC0A07}" dt="2025-12-02T21:17:24.404" v="156" actId="26606"/>
          <ac:spMkLst>
            <pc:docMk/>
            <pc:sldMk cId="0" sldId="263"/>
            <ac:spMk id="41" creationId="{7EF5ECB8-D49C-48FB-A93E-88EB2FFDFD42}"/>
          </ac:spMkLst>
        </pc:spChg>
        <pc:spChg chg="add del">
          <ac:chgData name="samuel reyes" userId="94f33fc4ddb4e063" providerId="LiveId" clId="{3599B910-2277-4D4D-AB8C-FA7A7DAC0A07}" dt="2025-12-02T21:17:24.404" v="156" actId="26606"/>
          <ac:spMkLst>
            <pc:docMk/>
            <pc:sldMk cId="0" sldId="263"/>
            <ac:spMk id="42" creationId="{411B77A2-BD5C-432D-B52E-C12612C74C17}"/>
          </ac:spMkLst>
        </pc:spChg>
        <pc:spChg chg="add del">
          <ac:chgData name="samuel reyes" userId="94f33fc4ddb4e063" providerId="LiveId" clId="{3599B910-2277-4D4D-AB8C-FA7A7DAC0A07}" dt="2025-12-02T21:17:24.404" v="156" actId="26606"/>
          <ac:spMkLst>
            <pc:docMk/>
            <pc:sldMk cId="0" sldId="263"/>
            <ac:spMk id="43" creationId="{B2E911EF-80F5-4781-A4DF-44EFAF242FB8}"/>
          </ac:spMkLst>
        </pc:spChg>
        <pc:spChg chg="add">
          <ac:chgData name="samuel reyes" userId="94f33fc4ddb4e063" providerId="LiveId" clId="{3599B910-2277-4D4D-AB8C-FA7A7DAC0A07}" dt="2025-12-02T21:16:23.474" v="152" actId="26606"/>
          <ac:spMkLst>
            <pc:docMk/>
            <pc:sldMk cId="0" sldId="263"/>
            <ac:spMk id="45" creationId="{EFFB5C33-24B2-4764-BDBD-4C10A21DB1B4}"/>
          </ac:spMkLst>
        </pc:spChg>
        <pc:spChg chg="add del">
          <ac:chgData name="samuel reyes" userId="94f33fc4ddb4e063" providerId="LiveId" clId="{3599B910-2277-4D4D-AB8C-FA7A7DAC0A07}" dt="2025-12-02T21:17:24.404" v="156" actId="26606"/>
          <ac:spMkLst>
            <pc:docMk/>
            <pc:sldMk cId="0" sldId="263"/>
            <ac:spMk id="47" creationId="{1425DB5A-CEE1-4EE1-8C4A-689E49D3542F}"/>
          </ac:spMkLst>
        </pc:spChg>
        <pc:spChg chg="add">
          <ac:chgData name="samuel reyes" userId="94f33fc4ddb4e063" providerId="LiveId" clId="{3599B910-2277-4D4D-AB8C-FA7A7DAC0A07}" dt="2025-12-02T21:17:24.404" v="156" actId="26606"/>
          <ac:spMkLst>
            <pc:docMk/>
            <pc:sldMk cId="0" sldId="263"/>
            <ac:spMk id="62" creationId="{41704883-D088-4683-A1FD-AEE53B336130}"/>
          </ac:spMkLst>
        </pc:spChg>
        <pc:spChg chg="add">
          <ac:chgData name="samuel reyes" userId="94f33fc4ddb4e063" providerId="LiveId" clId="{3599B910-2277-4D4D-AB8C-FA7A7DAC0A07}" dt="2025-12-02T21:17:24.404" v="156" actId="26606"/>
          <ac:spMkLst>
            <pc:docMk/>
            <pc:sldMk cId="0" sldId="263"/>
            <ac:spMk id="64" creationId="{A9C04EC1-26B9-40BD-84A6-B2C0A913D0F9}"/>
          </ac:spMkLst>
        </pc:spChg>
        <pc:spChg chg="add">
          <ac:chgData name="samuel reyes" userId="94f33fc4ddb4e063" providerId="LiveId" clId="{3599B910-2277-4D4D-AB8C-FA7A7DAC0A07}" dt="2025-12-02T21:17:24.404" v="156" actId="26606"/>
          <ac:spMkLst>
            <pc:docMk/>
            <pc:sldMk cId="0" sldId="263"/>
            <ac:spMk id="66" creationId="{9BAB74E2-5A82-47FD-BBB4-BFD47779FFB9}"/>
          </ac:spMkLst>
        </pc:spChg>
        <pc:picChg chg="add mod">
          <ac:chgData name="samuel reyes" userId="94f33fc4ddb4e063" providerId="LiveId" clId="{3599B910-2277-4D4D-AB8C-FA7A7DAC0A07}" dt="2025-12-02T21:17:11.508" v="155" actId="962"/>
          <ac:picMkLst>
            <pc:docMk/>
            <pc:sldMk cId="0" sldId="263"/>
            <ac:picMk id="5" creationId="{36608340-119A-1972-3B90-20BED4B3D91A}"/>
          </ac:picMkLst>
        </pc:picChg>
        <pc:picChg chg="add del">
          <ac:chgData name="samuel reyes" userId="94f33fc4ddb4e063" providerId="LiveId" clId="{3599B910-2277-4D4D-AB8C-FA7A7DAC0A07}" dt="2025-12-02T21:16:21.637" v="149" actId="26606"/>
          <ac:picMkLst>
            <pc:docMk/>
            <pc:sldMk cId="0" sldId="263"/>
            <ac:picMk id="8" creationId="{AC3E6C53-102E-4ACA-BCBB-3CC973B99486}"/>
          </ac:picMkLst>
        </pc:picChg>
        <pc:picChg chg="add">
          <ac:chgData name="samuel reyes" userId="94f33fc4ddb4e063" providerId="LiveId" clId="{3599B910-2277-4D4D-AB8C-FA7A7DAC0A07}" dt="2025-12-02T21:16:10.813" v="148" actId="26606"/>
          <ac:picMkLst>
            <pc:docMk/>
            <pc:sldMk cId="0" sldId="263"/>
            <ac:picMk id="10" creationId="{17B2B42C-0777-4D6E-9432-535281803A88}"/>
          </ac:picMkLst>
        </pc:picChg>
        <pc:picChg chg="del">
          <ac:chgData name="samuel reyes" userId="94f33fc4ddb4e063" providerId="LiveId" clId="{3599B910-2277-4D4D-AB8C-FA7A7DAC0A07}" dt="2025-12-02T21:16:21.637" v="149" actId="26606"/>
          <ac:picMkLst>
            <pc:docMk/>
            <pc:sldMk cId="0" sldId="263"/>
            <ac:picMk id="20" creationId="{B0A2A734-17E4-44D5-9630-D54D6AF74664}"/>
          </ac:picMkLst>
        </pc:picChg>
        <pc:picChg chg="add del">
          <ac:chgData name="samuel reyes" userId="94f33fc4ddb4e063" providerId="LiveId" clId="{3599B910-2277-4D4D-AB8C-FA7A7DAC0A07}" dt="2025-12-02T21:16:21.637" v="149" actId="26606"/>
          <ac:picMkLst>
            <pc:docMk/>
            <pc:sldMk cId="0" sldId="263"/>
            <ac:picMk id="24" creationId="{FEB601E2-EFED-4313-BEE4-9E27B94FC679}"/>
          </ac:picMkLst>
        </pc:picChg>
        <pc:picChg chg="add del">
          <ac:chgData name="samuel reyes" userId="94f33fc4ddb4e063" providerId="LiveId" clId="{3599B910-2277-4D4D-AB8C-FA7A7DAC0A07}" dt="2025-12-02T21:16:23.434" v="151" actId="26606"/>
          <ac:picMkLst>
            <pc:docMk/>
            <pc:sldMk cId="0" sldId="263"/>
            <ac:picMk id="29" creationId="{17B2B42C-0777-4D6E-9432-535281803A88}"/>
          </ac:picMkLst>
        </pc:picChg>
        <pc:picChg chg="add del">
          <ac:chgData name="samuel reyes" userId="94f33fc4ddb4e063" providerId="LiveId" clId="{3599B910-2277-4D4D-AB8C-FA7A7DAC0A07}" dt="2025-12-02T21:16:23.434" v="151" actId="26606"/>
          <ac:picMkLst>
            <pc:docMk/>
            <pc:sldMk cId="0" sldId="263"/>
            <ac:picMk id="30" creationId="{EFEAAB60-93E2-4DC6-99AC-939637BCE864}"/>
          </ac:picMkLst>
        </pc:picChg>
        <pc:picChg chg="add del">
          <ac:chgData name="samuel reyes" userId="94f33fc4ddb4e063" providerId="LiveId" clId="{3599B910-2277-4D4D-AB8C-FA7A7DAC0A07}" dt="2025-12-02T21:16:23.434" v="151" actId="26606"/>
          <ac:picMkLst>
            <pc:docMk/>
            <pc:sldMk cId="0" sldId="263"/>
            <ac:picMk id="34" creationId="{57BDE151-4F7A-4E95-939F-18B2F607C742}"/>
          </ac:picMkLst>
        </pc:picChg>
        <pc:picChg chg="add">
          <ac:chgData name="samuel reyes" userId="94f33fc4ddb4e063" providerId="LiveId" clId="{3599B910-2277-4D4D-AB8C-FA7A7DAC0A07}" dt="2025-12-02T21:16:23.474" v="152" actId="26606"/>
          <ac:picMkLst>
            <pc:docMk/>
            <pc:sldMk cId="0" sldId="263"/>
            <ac:picMk id="38" creationId="{AC3E6C53-102E-4ACA-BCBB-3CC973B99486}"/>
          </ac:picMkLst>
        </pc:picChg>
        <pc:picChg chg="add">
          <ac:chgData name="samuel reyes" userId="94f33fc4ddb4e063" providerId="LiveId" clId="{3599B910-2277-4D4D-AB8C-FA7A7DAC0A07}" dt="2025-12-02T21:16:23.474" v="152" actId="26606"/>
          <ac:picMkLst>
            <pc:docMk/>
            <pc:sldMk cId="0" sldId="263"/>
            <ac:picMk id="40" creationId="{EFEAAB60-93E2-4DC6-99AC-939637BCE864}"/>
          </ac:picMkLst>
        </pc:picChg>
        <pc:picChg chg="add">
          <ac:chgData name="samuel reyes" userId="94f33fc4ddb4e063" providerId="LiveId" clId="{3599B910-2277-4D4D-AB8C-FA7A7DAC0A07}" dt="2025-12-02T21:16:23.474" v="152" actId="26606"/>
          <ac:picMkLst>
            <pc:docMk/>
            <pc:sldMk cId="0" sldId="263"/>
            <ac:picMk id="44" creationId="{B0A2A734-17E4-44D5-9630-D54D6AF7466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410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993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250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90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4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565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238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091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15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641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761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51324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4606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7263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712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164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119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6182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ultratendencias.com/2020/07/este-futuro-sistema-de-limpieza-de.html" TargetMode="External"/><Relationship Id="rId5" Type="http://schemas.openxmlformats.org/officeDocument/2006/relationships/image" Target="../media/image13.jpg"/><Relationship Id="rId4" Type="http://schemas.openxmlformats.org/officeDocument/2006/relationships/image" Target="../media/image3.png"/><Relationship Id="rId9" Type="http://schemas.openxmlformats.org/officeDocument/2006/relationships/hyperlink" Target="https://creativecommons.org/licenses/by-nc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F4979F40-3A44-4CCB-9EB7-F8318BCE5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61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15291D39-6B03-4BB5-BFC6-CBF11E90B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82" y="0"/>
            <a:ext cx="9144000" cy="6858000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AFD071FA-0514-4371-9568-86216A1F4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9292" y="0"/>
            <a:ext cx="566470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211DDA4-E7B5-4325-A844-B7F59B084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09600"/>
            <a:ext cx="3719321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3102093" cy="1080938"/>
          </a:xfrm>
        </p:spPr>
        <p:txBody>
          <a:bodyPr>
            <a:normAutofit/>
          </a:bodyPr>
          <a:lstStyle/>
          <a:p>
            <a:r>
              <a:rPr lang="en-US" sz="2800" b="1" dirty="0" err="1"/>
              <a:t>RatGuard</a:t>
            </a:r>
            <a:r>
              <a:rPr lang="en-US" sz="2800" b="1" dirty="0"/>
              <a:t> NYC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0D58E222-6309-4F79-AC20-9D3C69CD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1"/>
            <a:ext cx="3717036" cy="19978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4764" y="2336873"/>
            <a:ext cx="3484056" cy="3599316"/>
          </a:xfrm>
        </p:spPr>
        <p:txBody>
          <a:bodyPr>
            <a:normAutofit/>
          </a:bodyPr>
          <a:lstStyle/>
          <a:p>
            <a:r>
              <a:rPr lang="en-US" dirty="0"/>
              <a:t>CS101 </a:t>
            </a:r>
          </a:p>
          <a:p>
            <a:pPr marL="0" indent="0">
              <a:buNone/>
            </a:pPr>
            <a:r>
              <a:rPr lang="en-US" sz="2000" dirty="0"/>
              <a:t>Technical Design Project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dirty="0"/>
              <a:t>Samuel Reyes</a:t>
            </a:r>
          </a:p>
          <a:p>
            <a:endParaRPr lang="en-US" dirty="0"/>
          </a:p>
          <a:p>
            <a:r>
              <a:rPr lang="en-US" dirty="0"/>
              <a:t>Prof. Hasan </a:t>
            </a:r>
            <a:r>
              <a:rPr lang="en-US" dirty="0" err="1"/>
              <a:t>Hessvacio</a:t>
            </a:r>
            <a:endParaRPr lang="en-US" dirty="0"/>
          </a:p>
        </p:txBody>
      </p:sp>
      <p:pic>
        <p:nvPicPr>
          <p:cNvPr id="6" name="Picture 5" descr="A rat standing in front of a graph&#10;&#10;AI-generated content may be incorrect.">
            <a:extLst>
              <a:ext uri="{FF2B5EF4-FFF2-40B4-BE49-F238E27FC236}">
                <a16:creationId xmlns:a16="http://schemas.microsoft.com/office/drawing/2014/main" id="{ADC3410E-E01A-FD78-776B-408075117E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737" y="1989958"/>
            <a:ext cx="5447817" cy="30814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1CFC1BB-C5B3-4479-9752-C53221627F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5FB5AC-39B2-4094-B486-0FCD501D5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42851"/>
            <a:ext cx="6726063" cy="2759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150CFE4-97B0-48C6-ACD6-9399CBA11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3C6F7F0-46EA-4F8E-A112-1B517C2B5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90078"/>
            <a:ext cx="6726063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91A3CC-CDA1-4C3B-9150-FCFB5373D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33786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 descr="A black rat">
            <a:extLst>
              <a:ext uri="{FF2B5EF4-FFF2-40B4-BE49-F238E27FC236}">
                <a16:creationId xmlns:a16="http://schemas.microsoft.com/office/drawing/2014/main" id="{C2336E3D-E8AB-9075-467F-2505A209DB9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20" r="10179" b="-1"/>
          <a:stretch>
            <a:fillRect/>
          </a:stretch>
        </p:blipFill>
        <p:spPr>
          <a:xfrm>
            <a:off x="-2382" y="10"/>
            <a:ext cx="9144000" cy="685799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1704883-D088-4683-A1FD-AEE53B336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4249541"/>
            <a:ext cx="6726063" cy="1660332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4402667"/>
            <a:ext cx="6100109" cy="940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200" dirty="0"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" y="5342301"/>
            <a:ext cx="6607968" cy="56001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>
              <a:buNone/>
            </a:pPr>
            <a:r>
              <a:rPr lang="en-US" sz="1400" dirty="0"/>
              <a:t>NYC faces persistent rat infestations causing health risks and sanitation issues.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C04EC1-26B9-40BD-84A6-B2C0A913D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33786" y="4249541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AB74E2-5A82-47FD-BBB4-BFD47779F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02314"/>
            <a:ext cx="6726063" cy="275942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C4FFB60-A034-4994-8F55-E38D4F31C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33786" y="5902314"/>
            <a:ext cx="2310214" cy="275942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E4055289-E0C6-4BD3-83C1-D3C305932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618" cy="6858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Tall office building looking up">
            <a:extLst>
              <a:ext uri="{FF2B5EF4-FFF2-40B4-BE49-F238E27FC236}">
                <a16:creationId xmlns:a16="http://schemas.microsoft.com/office/drawing/2014/main" id="{1846796A-6C56-2A8D-33A1-265FCF25CB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55" r="6011" b="-1"/>
          <a:stretch>
            <a:fillRect/>
          </a:stretch>
        </p:blipFill>
        <p:spPr>
          <a:xfrm>
            <a:off x="20" y="-1"/>
            <a:ext cx="9143980" cy="685800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3D0E302E-D9CD-4301-A67C-2F0F43791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2116667"/>
            <a:ext cx="7829550" cy="3793206"/>
          </a:xfrm>
          <a:prstGeom prst="rect">
            <a:avLst/>
          </a:prstGeom>
          <a:solidFill>
            <a:schemeClr val="bg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A457133-9802-4229-B919-FF91AE235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0240"/>
            <a:ext cx="7828359" cy="321164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35174CBE-3C8C-4936-BADC-26BFB4F07F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7210396" cy="1080938"/>
          </a:xfrm>
        </p:spPr>
        <p:txBody>
          <a:bodyPr>
            <a:normAutofit/>
          </a:bodyPr>
          <a:lstStyle/>
          <a:p>
            <a:r>
              <a:rPr lang="en-US" dirty="0"/>
              <a:t>Why It Matters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4CBD692-4D03-4764-98E3-F9578385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1971234"/>
            <a:ext cx="1202248" cy="14427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932BC668-4D51-4090-89E3-5613B832E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9370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240" y="2336873"/>
            <a:ext cx="7210396" cy="3395060"/>
          </a:xfrm>
        </p:spPr>
        <p:txBody>
          <a:bodyPr anchor="ctr">
            <a:normAutofit/>
          </a:bodyPr>
          <a:lstStyle/>
          <a:p>
            <a:r>
              <a:rPr lang="en-US" dirty="0"/>
              <a:t> Public health threats</a:t>
            </a:r>
          </a:p>
          <a:p>
            <a:r>
              <a:rPr lang="en-US" dirty="0"/>
              <a:t> Damage to businesses</a:t>
            </a:r>
          </a:p>
          <a:p>
            <a:pPr marL="0" indent="0">
              <a:buNone/>
            </a:pPr>
            <a:r>
              <a:rPr lang="en-US" dirty="0"/>
              <a:t>• Increased city costs</a:t>
            </a:r>
          </a:p>
          <a:p>
            <a:pPr marL="0" indent="0">
              <a:buNone/>
            </a:pPr>
            <a:r>
              <a:rPr lang="en-US" dirty="0"/>
              <a:t>• Quality of life impact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05A9BAA-B344-45D2-838C-73856C4B1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382" y="0"/>
            <a:ext cx="9144000" cy="6858001"/>
            <a:chOff x="-3176" y="0"/>
            <a:chExt cx="12192000" cy="6858001"/>
          </a:xfrm>
        </p:grpSpPr>
        <p:sp useBgFill="1">
          <p:nvSpPr>
            <p:cNvPr id="10" name="Rectangle 9">
              <a:extLst>
                <a:ext uri="{FF2B5EF4-FFF2-40B4-BE49-F238E27FC236}">
                  <a16:creationId xmlns:a16="http://schemas.microsoft.com/office/drawing/2014/main" id="{390434AA-4632-440E-9AE7-411396A77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462FD1E-E713-4FD4-8746-671C946723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pic>
        <p:nvPicPr>
          <p:cNvPr id="5" name="Picture 4" descr="Camera lens with reflections on wooden table">
            <a:extLst>
              <a:ext uri="{FF2B5EF4-FFF2-40B4-BE49-F238E27FC236}">
                <a16:creationId xmlns:a16="http://schemas.microsoft.com/office/drawing/2014/main" id="{91D9A790-6561-EF46-B89A-E8419910CD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4852"/>
          <a:stretch>
            <a:fillRect/>
          </a:stretch>
        </p:blipFill>
        <p:spPr>
          <a:xfrm>
            <a:off x="3477006" y="1691"/>
            <a:ext cx="5664611" cy="685631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8A4CDE5-C7BC-41E1-8A4A-79E024CC0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09600"/>
            <a:ext cx="376392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753228"/>
            <a:ext cx="2759271" cy="1080938"/>
          </a:xfrm>
        </p:spPr>
        <p:txBody>
          <a:bodyPr>
            <a:normAutofit/>
          </a:bodyPr>
          <a:lstStyle/>
          <a:p>
            <a:r>
              <a:rPr lang="en-US" sz="2800"/>
              <a:t>The Solution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25C7952-5703-489E-8DBD-F2EFAC8EE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3771900" cy="20273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57" y="2336873"/>
            <a:ext cx="3087610" cy="3599316"/>
          </a:xfrm>
        </p:spPr>
        <p:txBody>
          <a:bodyPr>
            <a:normAutofit/>
          </a:bodyPr>
          <a:lstStyle/>
          <a:p>
            <a:r>
              <a:rPr lang="en-US" dirty="0"/>
              <a:t>Camera-based rat detection system using AI + C++ logic for risk assessment and alerts.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7A865E47-4365-4F21-B8EA-13B2C12BC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382" y="0"/>
            <a:ext cx="9144000" cy="6858001"/>
            <a:chOff x="-3176" y="0"/>
            <a:chExt cx="12192000" cy="6858001"/>
          </a:xfrm>
        </p:grpSpPr>
        <p:sp useBgFill="1">
          <p:nvSpPr>
            <p:cNvPr id="18" name="Rectangle 17">
              <a:extLst>
                <a:ext uri="{FF2B5EF4-FFF2-40B4-BE49-F238E27FC236}">
                  <a16:creationId xmlns:a16="http://schemas.microsoft.com/office/drawing/2014/main" id="{0CE24988-BB27-40E5-A961-9FA7ED0DB9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0BDE80E-ADE0-4E16-8F80-306A15F4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2113872"/>
            <a:ext cx="4571999" cy="4450214"/>
          </a:xfrm>
        </p:spPr>
        <p:txBody>
          <a:bodyPr>
            <a:normAutofit/>
          </a:bodyPr>
          <a:lstStyle/>
          <a:p>
            <a:r>
              <a:rPr lang="en-US" sz="2000" dirty="0"/>
              <a:t>1. AI analyzes city camera video</a:t>
            </a:r>
          </a:p>
          <a:p>
            <a:endParaRPr lang="en-US" sz="2000" dirty="0"/>
          </a:p>
          <a:p>
            <a:r>
              <a:rPr lang="en-US" sz="2000" dirty="0"/>
              <a:t>2. Sends </a:t>
            </a:r>
            <a:r>
              <a:rPr lang="en-US" sz="2000" dirty="0" err="1"/>
              <a:t>detectedRats</a:t>
            </a:r>
            <a:r>
              <a:rPr lang="en-US" sz="2000" dirty="0"/>
              <a:t> value</a:t>
            </a:r>
          </a:p>
          <a:p>
            <a:endParaRPr lang="en-US" sz="2000" dirty="0"/>
          </a:p>
          <a:p>
            <a:r>
              <a:rPr lang="en-US" sz="2000" dirty="0"/>
              <a:t>3. C++ processes inputs</a:t>
            </a:r>
          </a:p>
          <a:p>
            <a:endParaRPr lang="en-US" sz="2000" dirty="0"/>
          </a:p>
          <a:p>
            <a:r>
              <a:rPr lang="en-US" sz="2000" dirty="0"/>
              <a:t>4. Outputs risk level and actions</a:t>
            </a:r>
          </a:p>
        </p:txBody>
      </p:sp>
      <p:pic>
        <p:nvPicPr>
          <p:cNvPr id="19" name="Picture 18" descr="Close-up of a camera lens">
            <a:extLst>
              <a:ext uri="{FF2B5EF4-FFF2-40B4-BE49-F238E27FC236}">
                <a16:creationId xmlns:a16="http://schemas.microsoft.com/office/drawing/2014/main" id="{482DC9C9-2B43-31A9-7276-8A38328ABA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413" r="16263"/>
          <a:stretch>
            <a:fillRect/>
          </a:stretch>
        </p:blipFill>
        <p:spPr>
          <a:xfrm>
            <a:off x="4572000" y="10"/>
            <a:ext cx="4569617" cy="685631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13BC1C09-8FD1-4619-B317-E9EED5E55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09600"/>
            <a:ext cx="4874815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3781222" cy="1080938"/>
          </a:xfrm>
        </p:spPr>
        <p:txBody>
          <a:bodyPr>
            <a:normAutofit/>
          </a:bodyPr>
          <a:lstStyle/>
          <a:p>
            <a:r>
              <a:rPr lang="en-US"/>
              <a:t>How It Works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3143E80-C928-46DB-9299-0BD06348A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4869180" cy="2617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7A865E47-4365-4F21-B8EA-13B2C12BC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382" y="0"/>
            <a:ext cx="9144000" cy="6858001"/>
            <a:chOff x="-3176" y="0"/>
            <a:chExt cx="12192000" cy="6858001"/>
          </a:xfrm>
        </p:grpSpPr>
        <p:sp useBgFill="1">
          <p:nvSpPr>
            <p:cNvPr id="10" name="Rectangle 9">
              <a:extLst>
                <a:ext uri="{FF2B5EF4-FFF2-40B4-BE49-F238E27FC236}">
                  <a16:creationId xmlns:a16="http://schemas.microsoft.com/office/drawing/2014/main" id="{0CE24988-BB27-40E5-A961-9FA7ED0DB9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0BDE80E-ADE0-4E16-8F80-306A15F4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2121426"/>
            <a:ext cx="4463142" cy="4126974"/>
          </a:xfrm>
        </p:spPr>
        <p:txBody>
          <a:bodyPr>
            <a:normAutofit/>
          </a:bodyPr>
          <a:lstStyle/>
          <a:p>
            <a:endParaRPr lang="en-US" sz="2000" dirty="0"/>
          </a:p>
          <a:p>
            <a:r>
              <a:rPr lang="en-US" sz="2000" dirty="0"/>
              <a:t>Inputs: </a:t>
            </a:r>
            <a:r>
              <a:rPr lang="en-US" sz="2000" dirty="0" err="1"/>
              <a:t>detectedRats</a:t>
            </a:r>
            <a:r>
              <a:rPr lang="en-US" sz="2000" dirty="0"/>
              <a:t>, </a:t>
            </a:r>
            <a:r>
              <a:rPr lang="en-US" sz="2000" dirty="0" err="1"/>
              <a:t>trashLevel</a:t>
            </a:r>
            <a:r>
              <a:rPr lang="en-US" sz="2000" dirty="0"/>
              <a:t>, </a:t>
            </a:r>
            <a:r>
              <a:rPr lang="en-US" sz="2000" dirty="0" err="1"/>
              <a:t>userReports</a:t>
            </a:r>
            <a:r>
              <a:rPr lang="en-US" sz="2000" dirty="0"/>
              <a:t>, </a:t>
            </a:r>
            <a:r>
              <a:rPr lang="en-US" sz="2000" dirty="0" err="1"/>
              <a:t>isNightTime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Outputs: risk level + recommended actions</a:t>
            </a:r>
          </a:p>
        </p:txBody>
      </p:sp>
      <p:pic>
        <p:nvPicPr>
          <p:cNvPr id="24" name="Picture 23" descr="Cubes connected with a red line">
            <a:extLst>
              <a:ext uri="{FF2B5EF4-FFF2-40B4-BE49-F238E27FC236}">
                <a16:creationId xmlns:a16="http://schemas.microsoft.com/office/drawing/2014/main" id="{32CBBD30-46CE-F489-4F2F-50DE65741E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055" r="18627" b="1"/>
          <a:stretch>
            <a:fillRect/>
          </a:stretch>
        </p:blipFill>
        <p:spPr>
          <a:xfrm>
            <a:off x="4572000" y="10"/>
            <a:ext cx="4569617" cy="685631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13BC1C09-8FD1-4619-B317-E9EED5E55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09600"/>
            <a:ext cx="4874815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3781222" cy="1080938"/>
          </a:xfrm>
        </p:spPr>
        <p:txBody>
          <a:bodyPr>
            <a:normAutofit/>
          </a:bodyPr>
          <a:lstStyle/>
          <a:p>
            <a:r>
              <a:rPr lang="en-US"/>
              <a:t>Architecture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3143E80-C928-46DB-9299-0BD06348A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4869180" cy="2617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73E8A9A-DA4B-4F12-9331-219EBE523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61332" y="0"/>
            <a:ext cx="688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4DCE7A-0E46-404B-9E0D-E93DC7B2A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DD673B7-F6B7-43EE-936B-D09F3A337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46133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8136" y="643466"/>
            <a:ext cx="2884719" cy="5205943"/>
          </a:xfrm>
        </p:spPr>
        <p:txBody>
          <a:bodyPr anchor="b">
            <a:normAutofit/>
          </a:bodyPr>
          <a:lstStyle/>
          <a:p>
            <a:pPr algn="r"/>
            <a:r>
              <a:rPr lang="en-US" sz="3900" dirty="0">
                <a:solidFill>
                  <a:schemeClr val="accent1"/>
                </a:solidFill>
              </a:rPr>
              <a:t>Pseudocode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457" y="522514"/>
            <a:ext cx="4550229" cy="5648629"/>
          </a:xfrm>
        </p:spPr>
        <p:txBody>
          <a:bodyPr anchor="ctr">
            <a:normAutofit/>
          </a:bodyPr>
          <a:lstStyle/>
          <a:p>
            <a:r>
              <a:rPr lang="en-US" sz="1700" dirty="0"/>
              <a:t>IF </a:t>
            </a:r>
            <a:r>
              <a:rPr lang="en-US" sz="1700" dirty="0" err="1"/>
              <a:t>detectedRats</a:t>
            </a:r>
            <a:r>
              <a:rPr lang="en-US" sz="1700" dirty="0"/>
              <a:t> &gt; 3 → HIGH</a:t>
            </a:r>
          </a:p>
          <a:p>
            <a:endParaRPr lang="en-US" sz="1700" dirty="0"/>
          </a:p>
          <a:p>
            <a:r>
              <a:rPr lang="en-US" sz="1700" dirty="0"/>
              <a:t>IF </a:t>
            </a:r>
            <a:r>
              <a:rPr lang="en-US" sz="1700" dirty="0" err="1"/>
              <a:t>trashLevel</a:t>
            </a:r>
            <a:r>
              <a:rPr lang="en-US" sz="1700" dirty="0"/>
              <a:t> &gt; 80 AND </a:t>
            </a:r>
            <a:r>
              <a:rPr lang="en-US" sz="1700" dirty="0" err="1"/>
              <a:t>isNightTime</a:t>
            </a:r>
            <a:r>
              <a:rPr lang="en-US" sz="1700" dirty="0"/>
              <a:t> → HIGH</a:t>
            </a:r>
          </a:p>
          <a:p>
            <a:endParaRPr lang="en-US" sz="1700" dirty="0"/>
          </a:p>
          <a:p>
            <a:r>
              <a:rPr lang="en-US" sz="1700" dirty="0"/>
              <a:t>Else → MEDIUM/LOW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01CFC1BB-C5B3-4479-9752-C53221627F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5B5FB5AC-39B2-4094-B486-0FCD501D5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42851"/>
            <a:ext cx="6726063" cy="275942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7150CFE4-97B0-48C6-ACD6-9399CBA11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A3C6F7F0-46EA-4F8E-A112-1B517C2B5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90078"/>
            <a:ext cx="6726063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691A3CC-CDA1-4C3B-9150-FCFB5373D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33786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 descr="A robot on the street&#10;&#10;AI-generated content may be incorrect.">
            <a:extLst>
              <a:ext uri="{FF2B5EF4-FFF2-40B4-BE49-F238E27FC236}">
                <a16:creationId xmlns:a16="http://schemas.microsoft.com/office/drawing/2014/main" id="{36608340-119A-1972-3B90-20BED4B3D9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rcRect t="13420" r="9091"/>
          <a:stretch>
            <a:fillRect/>
          </a:stretch>
        </p:blipFill>
        <p:spPr>
          <a:xfrm>
            <a:off x="-2382" y="10"/>
            <a:ext cx="9144000" cy="6857991"/>
          </a:xfrm>
          <a:prstGeom prst="rect">
            <a:avLst/>
          </a:prstGeom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41704883-D088-4683-A1FD-AEE53B336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4249541"/>
            <a:ext cx="6726063" cy="1660332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4402667"/>
            <a:ext cx="6100109" cy="940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200"/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" y="5266866"/>
            <a:ext cx="6723680" cy="48200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>
              <a:buNone/>
            </a:pPr>
            <a:r>
              <a:rPr lang="en-US" sz="1450" dirty="0"/>
              <a:t>Cleaner streets, safer neighborhoods, proactive rat control, scalable solution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9C04EC1-26B9-40BD-84A6-B2C0A913D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33786" y="4249541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BAB74E2-5A82-47FD-BBB4-BFD47779F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02314"/>
            <a:ext cx="6726063" cy="275942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C4FFB60-A034-4994-8F55-E38D4F31C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33786" y="5902314"/>
            <a:ext cx="2310214" cy="275942"/>
          </a:xfrm>
          <a:prstGeom prst="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1C4FE8-CE54-4DF9-7D21-69D447C555F9}"/>
              </a:ext>
            </a:extLst>
          </p:cNvPr>
          <p:cNvSpPr txBox="1"/>
          <p:nvPr/>
        </p:nvSpPr>
        <p:spPr>
          <a:xfrm>
            <a:off x="6600538" y="6657946"/>
            <a:ext cx="2541080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6" tooltip="http://www.ultratendencias.com/2020/07/este-futuro-sistema-de-limpieza-d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9" tooltip="https://creativecommons.org/licenses/by-nc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</a:t>
            </a:r>
            <a:endParaRPr lang="en-US" sz="70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99</TotalTime>
  <Words>153</Words>
  <Application>Microsoft Office PowerPoint</Application>
  <PresentationFormat>On-screen Show (4:3)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Trebuchet MS</vt:lpstr>
      <vt:lpstr>Berlin</vt:lpstr>
      <vt:lpstr>RatGuard NYC</vt:lpstr>
      <vt:lpstr>The Problem</vt:lpstr>
      <vt:lpstr>Why It Matters</vt:lpstr>
      <vt:lpstr>The Solution</vt:lpstr>
      <vt:lpstr>How It Works</vt:lpstr>
      <vt:lpstr>Architecture</vt:lpstr>
      <vt:lpstr>Pseudocode Summary</vt:lpstr>
      <vt:lpstr>Impact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samuel reyes</cp:lastModifiedBy>
  <cp:revision>1</cp:revision>
  <dcterms:created xsi:type="dcterms:W3CDTF">2013-01-27T09:14:16Z</dcterms:created>
  <dcterms:modified xsi:type="dcterms:W3CDTF">2025-12-02T22:00:58Z</dcterms:modified>
  <cp:category/>
</cp:coreProperties>
</file>